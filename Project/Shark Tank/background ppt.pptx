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CCF5"/>
    <a:srgbClr val="91C8E4"/>
    <a:srgbClr val="4682A9"/>
    <a:srgbClr val="FFFBDE"/>
    <a:srgbClr val="749B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E0D6-07E2-A38C-C206-A201A7DEE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388E1-F41A-9F2F-93E6-8C403D7D1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4F194-7767-0BB0-2ABB-A792F4901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91123-6650-FB08-0947-0B4E122C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05BFD-5199-6EC0-BBC6-9ED5CF19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81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DDCE-D1E9-A03E-F6A3-D50342E5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194CF-CE27-5497-84F8-CB71265B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7959-A392-6462-F1C7-D9A7AC75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F2E2B-A95B-7178-F707-F8021821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12380-A05E-C305-806E-60B377A3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0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417DE-614E-C191-1F8A-B549EBE4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A6CDB-0A49-8A27-1E6C-D6AB7E540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8C012-CC47-6928-2B31-E312760FA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BA76A-BD32-75A5-1C0C-B13FD922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F70B2-3FB6-DBC6-6442-6EA1D81B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4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8A95-15FA-B374-AEDC-35F93A7A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F61B5-42CE-7A2A-876A-F41FFE22B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CFE50-36E0-2DF8-F370-E558FC2A7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075D5-18B4-B278-6746-B1C0E3D3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B82D6-60DF-7204-103C-29369E95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95FE-9F3A-C2AA-2FCC-A280F01E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10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ED88-32A7-874E-C024-6BE890325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4F0C5-96C6-3A57-215B-A35A982CE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B0EB3-DA3B-9D96-C267-38113FC81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5D97DA-FCE8-5745-75AF-6B087A1EA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2703B-935E-453B-F89E-A102C7489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4A2E7-8954-52F7-DE08-A70EF24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792853-3500-0F40-AB29-9408CA23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3BE6A-CBF6-8175-338D-ACA80033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74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D451-446F-96A5-A200-B43063DD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3AA5C-F134-55A3-3C56-B0930FD9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788C1-B6FC-589B-7375-5E2062EF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74999-B7D1-EAE2-5A87-87AE7797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898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F9139-49D3-E5F0-2897-D4A2E54B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864A3-2B97-8267-1F60-33763790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ECEE2-2B6E-2DE9-BBA1-CAB8C7FA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11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76FF-CD0F-F082-5ADC-2CAA45B9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B620D-C021-AD65-AA33-B11E7E676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17CAF-A515-0049-7C0C-30321DD1D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E2B27-B954-B048-ABFB-B981E8753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B00AF-5383-CA10-BFFB-EF0B6074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EF6F0-4A32-30B7-6030-17C58084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97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9C7E-660F-4D6B-D564-0175F323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D23B2-35C2-25E0-0CB8-7B0FEEEE1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21D9C-C328-0DF5-EA3D-BE8632496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2DA30-83E1-27E5-B8A1-B847EB5F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8215A-D82F-E593-5868-702848FD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46373-E952-D542-B8DC-4CA0F5C6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80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D110-02DE-BB47-3A21-024C15D5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3DC85-11C4-0466-CA1A-B3707882A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8D161-CD2C-6428-B3D1-18DC7429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EBB03-2CFA-F5C5-519F-F0D4D800C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C2536-1900-CC8B-1C76-3C52FE43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41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4810C-34F2-7C22-5201-BD50AA59B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2B6AC-F79F-2885-D94F-C66A35720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6DE3-9EC4-BE17-8E2D-0497B63B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321E4-9CA3-D27B-9BAA-D0DB8D45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4570E-5546-A819-27A3-ED468FA1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88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EE117-5C75-7ADB-F003-0F61B2C5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AF366-2DE9-F0FC-CD56-006F420EB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34C0A-66A3-CF3E-0F24-DFAFA4FB5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A6C6A-DAD1-47DD-A348-7C527EA9FAC1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0D7F-98E2-8B15-A5EE-CBF49ECE8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4A31-89C2-E000-466A-848513042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E70FF-F362-4C9C-B73C-E637AC40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78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27E6F3-2AF9-6EA9-89E2-6871A5FDD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70" y="176981"/>
            <a:ext cx="1865702" cy="155013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6AD75B-C7FC-FD91-D7AA-86B65A2AAA8D}"/>
              </a:ext>
            </a:extLst>
          </p:cNvPr>
          <p:cNvSpPr/>
          <p:nvPr/>
        </p:nvSpPr>
        <p:spPr>
          <a:xfrm>
            <a:off x="2462981" y="176981"/>
            <a:ext cx="9500449" cy="148958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600B97-F9EF-DF98-F70E-CBDEA34BC161}"/>
              </a:ext>
            </a:extLst>
          </p:cNvPr>
          <p:cNvSpPr/>
          <p:nvPr/>
        </p:nvSpPr>
        <p:spPr>
          <a:xfrm>
            <a:off x="228571" y="2035278"/>
            <a:ext cx="11734860" cy="464574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088D22-44F4-C24C-FC07-EF33ECFB7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15" y="1974734"/>
            <a:ext cx="1260562" cy="21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8B9CFF-715D-3A67-1FF5-275DD4FBB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351" y="4621735"/>
            <a:ext cx="2352408" cy="1562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A847CC-6A0D-5C4B-107C-ADB39AAC3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64" y="1989974"/>
            <a:ext cx="1297125" cy="21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EF5B6F-8462-D3D3-6125-C4424B7EC6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928" y="1974734"/>
            <a:ext cx="1533938" cy="21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A6891D-9FED-DBBA-1A98-79A4D077D3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041" y="1974734"/>
            <a:ext cx="1550813" cy="21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EE955F-2E0B-F542-2EB1-07D3F68504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01" y="1974734"/>
            <a:ext cx="1389375" cy="21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568654-6F24-E22D-95F6-11EA29FBAF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250" b="96111" l="10000" r="90000">
                        <a14:foregroundMark x1="41641" y1="91389" x2="56328" y2="80694"/>
                        <a14:foregroundMark x1="37266" y1="15000" x2="57266" y2="6250"/>
                        <a14:foregroundMark x1="57266" y1="6250" x2="57344" y2="17917"/>
                        <a14:foregroundMark x1="47578" y1="16944" x2="36484" y2="56944"/>
                        <a14:foregroundMark x1="36484" y1="56944" x2="49141" y2="95556"/>
                        <a14:foregroundMark x1="49141" y1="95556" x2="62187" y2="66250"/>
                        <a14:foregroundMark x1="56800" y1="54440" x2="45781" y2="30278"/>
                        <a14:foregroundMark x1="62187" y1="66250" x2="61487" y2="64715"/>
                        <a14:foregroundMark x1="45781" y1="30278" x2="44844" y2="25694"/>
                        <a14:foregroundMark x1="38359" y1="66250" x2="39453" y2="68194"/>
                        <a14:foregroundMark x1="17734" y1="83611" x2="17734" y2="85556"/>
                        <a14:foregroundMark x1="40547" y1="61389" x2="15781" y2="92083"/>
                        <a14:foregroundMark x1="15781" y1="92083" x2="21484" y2="79722"/>
                        <a14:foregroundMark x1="41094" y1="68194" x2="37266" y2="70139"/>
                        <a14:foregroundMark x1="58438" y1="64306" x2="52500" y2="73889"/>
                        <a14:foregroundMark x1="70938" y1="96111" x2="69375" y2="95139"/>
                        <a14:foregroundMark x1="57344" y1="28472" x2="56328" y2="50694"/>
                        <a14:foregroundMark x1="69844" y1="92361" x2="69844" y2="90417"/>
                        <a14:backgroundMark x1="16780" y1="83611" x2="25234" y2="67222"/>
                        <a14:backgroundMark x1="12266" y1="92361" x2="16406" y2="84335"/>
                        <a14:backgroundMark x1="25234" y1="67222" x2="8594" y2="79583"/>
                        <a14:backgroundMark x1="8594" y1="79583" x2="11719" y2="93194"/>
                        <a14:backgroundMark x1="56328" y1="59444" x2="73828" y2="69444"/>
                        <a14:backgroundMark x1="73828" y1="69444" x2="81875" y2="98056"/>
                        <a14:backgroundMark x1="81875" y1="98056" x2="84141" y2="62917"/>
                        <a14:backgroundMark x1="84141" y1="62917" x2="55781" y2="59444"/>
                        <a14:backgroundMark x1="58491" y1="28638" x2="59531" y2="9444"/>
                        <a14:backgroundMark x1="56875" y1="58472" x2="57289" y2="50833"/>
                        <a14:backgroundMark x1="59531" y1="9444" x2="75313" y2="46111"/>
                        <a14:backgroundMark x1="75313" y1="46111" x2="58125" y2="57917"/>
                        <a14:backgroundMark x1="58125" y1="57917" x2="56328" y2="545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92" y="4563988"/>
            <a:ext cx="2804159" cy="15773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F4EB89D-7CA8-12CD-50E0-94CD71356D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118" y="1974734"/>
            <a:ext cx="1300500" cy="21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F9ABA09-A778-1F02-5A73-019752FAEE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187" y="4286743"/>
            <a:ext cx="1423842" cy="189713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9AB5459-9636-A3D4-6ED4-992B6B341C02}"/>
              </a:ext>
            </a:extLst>
          </p:cNvPr>
          <p:cNvSpPr/>
          <p:nvPr/>
        </p:nvSpPr>
        <p:spPr>
          <a:xfrm>
            <a:off x="7898085" y="4358149"/>
            <a:ext cx="3937296" cy="1754326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noFill/>
                  <a:prstDash val="solid"/>
                </a:ln>
                <a:gradFill>
                  <a:gsLst>
                    <a:gs pos="0">
                      <a:srgbClr val="FFFBDE"/>
                    </a:gs>
                    <a:gs pos="100000">
                      <a:srgbClr val="91C8E4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CHOOSE YOUR</a:t>
            </a:r>
          </a:p>
          <a:p>
            <a:pPr algn="ctr"/>
            <a:r>
              <a:rPr lang="en-US" sz="5400" b="1" dirty="0">
                <a:ln w="12700">
                  <a:noFill/>
                  <a:prstDash val="solid"/>
                </a:ln>
                <a:gradFill>
                  <a:gsLst>
                    <a:gs pos="0">
                      <a:srgbClr val="FFFBDE"/>
                    </a:gs>
                    <a:gs pos="89000">
                      <a:srgbClr val="5ECCF5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SHARK</a:t>
            </a:r>
            <a:endParaRPr lang="en-US" sz="5400" b="1" cap="none" spc="0" dirty="0">
              <a:ln w="12700">
                <a:noFill/>
                <a:prstDash val="solid"/>
              </a:ln>
              <a:gradFill>
                <a:gsLst>
                  <a:gs pos="0">
                    <a:srgbClr val="FFFBDE"/>
                  </a:gs>
                  <a:gs pos="89000">
                    <a:srgbClr val="5ECCF5"/>
                  </a:gs>
                </a:gsLst>
                <a:lin ang="5400000" scaled="1"/>
              </a:gradFill>
              <a:effectLst/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46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E42C4-FE0D-87BC-0FA8-55207362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EDBCDE-D6A7-A3F5-A33E-257C0DCBB291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34AE80-F2DA-52A2-50CC-388C94A1D258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233EB-13BB-8BFB-1D24-7680EF5BED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F5FA7CF-C2A0-9390-D488-585E00D4E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40" y="281633"/>
            <a:ext cx="126056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3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E6D50-6B28-32EF-DC4D-CA4BA0B1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0A5484-E014-7951-667E-A62F2459D451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39E91-AB82-948C-B626-E63A89312A66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DC2E0-4ABE-0F65-4D5F-E94B9DAD52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F0119ED-311E-85EA-219D-F3C3CA3B0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40" y="311165"/>
            <a:ext cx="1260562" cy="210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4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DF723-1143-EB82-38F5-2C1B529C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4B379C-5BE2-C1A1-CC38-927B6239878A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B9F0E6-2612-7F5F-AC81-0FD4C6D0F513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A3DAE-7F96-DE77-6C7C-6B436D1133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7AC7CB8-C6AA-C5CF-5956-2A0260068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40" y="483210"/>
            <a:ext cx="1260562" cy="175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55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AD979-32F5-B5D3-EF93-52B29822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F7C834-3600-C4F8-9BD7-46F05C65B144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1DB060-A0A7-1956-1B21-0DDA24EEA260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7C01E-1A56-8EE7-23B8-7820C7901B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3CEE643-7053-8B1F-86DB-86F43FA83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40" y="378728"/>
            <a:ext cx="1260562" cy="196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6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CC261-7BCF-F8AA-DD41-7C9F0A5E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BFE7E3-71A0-071D-32F5-CDD5142FBD9E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3BED4A-9282-190E-63FC-D3C2E7597BD7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FC9FB-853C-2BD6-1596-75284B6FD3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6FE5C32-593A-C8F7-DC3C-90607F047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40" y="476238"/>
            <a:ext cx="1260562" cy="177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4A99B-AC45-F99A-35AD-F75D9DA0D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47D8B0-6EF9-FFC9-CD52-9CEBB8871A8B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9F185C-F2CC-097B-CB74-7069451FDBE1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A3FCF-3A18-1BEB-465E-C5F3E723B6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337D6DA-F3F4-30B8-45D5-F5AA5587F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40" y="314124"/>
            <a:ext cx="1260562" cy="209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9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8A301-7867-E7DB-411E-BFC7FD1A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9B529A-93FD-9E3C-5085-A0AB361432AE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3F542E-FCA6-A380-85A8-55ECE6C9CD57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F0E01-3192-20EB-0BDA-85723EC388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0F2E539-4FFB-8875-4962-0B95A428B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6364" y="294968"/>
            <a:ext cx="3119838" cy="174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9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8BD23-7725-C7C0-4065-5510A5F6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9283A7-8B50-18D8-C04B-72A239A7D062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C51917-1EC7-2970-8D7A-E9E6A8B4B57B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2FE42-5159-C48C-A4A2-D987AA25C8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89F3777-5D6F-6AAA-6FFD-B36D915E0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94968"/>
            <a:ext cx="2211663" cy="147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2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C8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C34D5-4626-4D4C-8F1E-55F8A7A0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F8F122-DAEB-C061-B51C-F8C0F96781B5}"/>
              </a:ext>
            </a:extLst>
          </p:cNvPr>
          <p:cNvSpPr/>
          <p:nvPr/>
        </p:nvSpPr>
        <p:spPr>
          <a:xfrm>
            <a:off x="5163149" y="176981"/>
            <a:ext cx="6800281" cy="2264652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E63CA7-14BE-9C89-E77D-B164F809A39D}"/>
              </a:ext>
            </a:extLst>
          </p:cNvPr>
          <p:cNvSpPr/>
          <p:nvPr/>
        </p:nvSpPr>
        <p:spPr>
          <a:xfrm>
            <a:off x="228571" y="4100052"/>
            <a:ext cx="11734860" cy="2580967"/>
          </a:xfrm>
          <a:prstGeom prst="roundRect">
            <a:avLst/>
          </a:prstGeom>
          <a:gradFill>
            <a:gsLst>
              <a:gs pos="0">
                <a:srgbClr val="91C8E4"/>
              </a:gs>
              <a:gs pos="100000">
                <a:srgbClr val="749B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0567F-ECFF-D8B4-2B70-7A429686F6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49" y="2653934"/>
            <a:ext cx="1865702" cy="15501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7C30B1B-F904-41EC-9731-B4A7D53DF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40" y="523952"/>
            <a:ext cx="1260562" cy="167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82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sainiaal khan</dc:creator>
  <cp:lastModifiedBy>sainiaal khan</cp:lastModifiedBy>
  <cp:revision>1</cp:revision>
  <dcterms:created xsi:type="dcterms:W3CDTF">2025-07-10T10:32:20Z</dcterms:created>
  <dcterms:modified xsi:type="dcterms:W3CDTF">2025-07-10T11:05:36Z</dcterms:modified>
</cp:coreProperties>
</file>
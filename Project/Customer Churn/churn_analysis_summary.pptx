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Churn Analysis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Drivers, Insights &amp;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Drivers of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tenure: Longer-tenure customers are less likely to churn.</a:t>
            </a:r>
          </a:p>
          <a:p>
            <a:r>
              <a:t>• internet service fiber optic: Customers with fiber optic internet are more likely to churn.</a:t>
            </a:r>
          </a:p>
          <a:p>
            <a:r>
              <a:t>• monthly charges: Higher monthly charges increase churn risk.</a:t>
            </a:r>
          </a:p>
          <a:p>
            <a:r>
              <a:t>• total charges: Lower total charges slightly increase churn likelihood.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Influential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People with contract of two year, who are streaming movies and TV: Influence churn but less strongly.</a:t>
            </a:r>
          </a:p>
          <a:p>
            <a:r>
              <a:t>• Paperless billing: Small positive effect on churn.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Low-Impact or Negligible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Online security, online backup: Very low or negative importance; can be considered for removal.</a:t>
            </a:r>
          </a:p>
          <a:p>
            <a:r>
              <a:t>• Features with weight &lt; 0.002 have minimal impact on predictions and hence are removed from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Insights for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retention strategies on high-billing and fiber-optic users.</a:t>
            </a:r>
          </a:p>
          <a:p>
            <a:r>
              <a:t>• Incentivize longer-term contracts (especially 2-year) to reduce churn.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